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0" y="41148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548640"/>
            <a:ext cx="3749040" cy="1143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21284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C++ Metric Conversion System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90779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Live Weather API Integration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Kushal  |  BTech CSE 2025–29  |  ITM Skills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06984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83794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37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819656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587752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&amp; Method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65760" y="3374136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3355848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92240" y="457200"/>
            <a:ext cx="2468880" cy="44577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57200"/>
            <a:ext cx="73152" cy="44577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14630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School of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Tech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01968" y="2651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Presentation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576572"/>
            <a:ext cx="1005840" cy="40233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65760" y="4814316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Content slides limited to 4 as per guidelines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|  Problem Statement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56032" y="1143000"/>
            <a:ext cx="402336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1143000"/>
            <a:ext cx="40233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124358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8912" y="1719072"/>
            <a:ext cx="36576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&amp; students need fast, multi-domain unit conversion — but existing tools offer: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multi-category support in one tool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live, real-world weather context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persistent session history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OOP-structured C++ implementation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Framework-heavy or single-purpose apps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143000"/>
            <a:ext cx="4315968" cy="9784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143000"/>
            <a:ext cx="91440" cy="9784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121615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DD3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773168" y="16367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codebase (no external framework)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2276856"/>
            <a:ext cx="431596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2276856"/>
            <a:ext cx="91440" cy="9784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73168" y="23500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4+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773168" y="27706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domains in one program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0" y="3410712"/>
            <a:ext cx="431596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0" y="3410712"/>
            <a:ext cx="91440" cy="9784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34838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773168" y="39044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via OpenWeatherMap API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576572"/>
            <a:ext cx="100584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|  Our Solution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0972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C++ Program. Four Domains. Live Data.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01168" y="1755648"/>
            <a:ext cx="20116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0392" y="1920240"/>
            <a:ext cx="713232" cy="7132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956816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2743200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 Class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92608" y="3337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base + 4 derived classes for Temperature, Distance, Weight &amp; Volume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01168" y="4517136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395728" y="1755648"/>
            <a:ext cx="20116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44952" y="1920240"/>
            <a:ext cx="713232" cy="7132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1956816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68880" y="2743200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2487168" y="3337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libcurl + OpenWeatherMap: real-time temp, humidity &amp; sky condition by city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395728" y="4517136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590288" y="1755648"/>
            <a:ext cx="20116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239512" y="1920240"/>
            <a:ext cx="713232" cy="7132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1956816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63440" y="2743200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681728" y="3337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std::fstream appends every conversion to conversion_history.txt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90288" y="4517136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784848" y="1755648"/>
            <a:ext cx="20116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34072" y="1920240"/>
            <a:ext cx="713232" cy="7132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1956816"/>
            <a:ext cx="640080" cy="6400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0" y="2743200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C++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876288" y="33375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Menu-driven interface, input validation, clean stdout output — no frameworks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784848" y="4517136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4576572"/>
            <a:ext cx="100584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Working &amp; Method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" y="1115568"/>
            <a:ext cx="32918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115568"/>
            <a:ext cx="9144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1207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8912" y="159105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class hides formula logic behind convert()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" y="2304288"/>
            <a:ext cx="329184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" y="2304288"/>
            <a:ext cx="9144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23957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38912" y="277977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converters extend common Converter base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8600" y="3493008"/>
            <a:ext cx="32918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8600" y="3493008"/>
            <a:ext cx="9144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35844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I/O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38912" y="396849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std::fstream append + read for history log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28600" y="4041648"/>
            <a:ext cx="329184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411480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C→F: (C × 9/5) + 32  |  km→mi: km × 0.6214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API: curl + OpenWeatherMap JSON parse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886200" y="1115568"/>
            <a:ext cx="50292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005072" y="1298448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05072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35424" y="1252728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selects menu option (1–6)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3886200" y="2084832"/>
            <a:ext cx="502920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005072" y="226771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05072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35424" y="2221992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dispatches to Converter / WeatherAPI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3886200" y="3054096"/>
            <a:ext cx="50292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005072" y="3236976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05072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535424" y="319125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computed &amp; displayed to stdout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3886200" y="4023360"/>
            <a:ext cx="502920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005072" y="420624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05072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535424" y="4160520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HistoryManager appends to .txt file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6355080" y="1920240"/>
            <a:ext cx="0" cy="1645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55080" y="2889504"/>
            <a:ext cx="0" cy="1645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55080" y="3858768"/>
            <a:ext cx="0" cy="1645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576572"/>
            <a:ext cx="100584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|  Conclusion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" y="1115568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115568"/>
            <a:ext cx="278892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3385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" y="1152144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 Mastery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1682496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pillars applied in a real C++ project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172968" y="1115568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72968" y="1115568"/>
            <a:ext cx="278892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4408" y="113385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64408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739896" y="1152144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 C++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310128" y="1682496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libcurl proves C++ works with modern web services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17336" y="1115568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17336" y="1115568"/>
            <a:ext cx="278892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8776" y="113385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84264" y="1152144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Ready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54496" y="1682496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C++ skills for placements &amp; interviews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28600" y="3291840"/>
            <a:ext cx="8686800" cy="1508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28600" y="3291840"/>
            <a:ext cx="8686800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401568"/>
            <a:ext cx="8229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C++ project demonstrates that modern systems programming — OOP design, live API calls, and file persistence — can be achieved elegantly in a single, clean codebase.</a:t>
            </a:r>
            <a:endParaRPr lang="en-US" sz="14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576572"/>
            <a:ext cx="100584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0" y="384048"/>
            <a:ext cx="4389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530352"/>
            <a:ext cx="3931920" cy="1234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97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github.com/kushal-sw/metric_conversion-with-api-c-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Metric Conversion System</dc:title>
  <dc:subject>PptxGenJS Presentation</dc:subject>
  <dc:creator>Kushal</dc:creator>
  <cp:lastModifiedBy>Kushal</cp:lastModifiedBy>
  <cp:revision>1</cp:revision>
  <dcterms:created xsi:type="dcterms:W3CDTF">2026-03-10T16:38:40Z</dcterms:created>
  <dcterms:modified xsi:type="dcterms:W3CDTF">2026-03-10T16:38:40Z</dcterms:modified>
</cp:coreProperties>
</file>